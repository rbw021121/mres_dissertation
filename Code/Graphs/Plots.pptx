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57" r:id="rId3"/>
    <p:sldId id="268" r:id="rId4"/>
    <p:sldId id="266" r:id="rId5"/>
    <p:sldId id="258" r:id="rId6"/>
    <p:sldId id="259" r:id="rId7"/>
    <p:sldId id="261" r:id="rId8"/>
    <p:sldId id="262" r:id="rId9"/>
    <p:sldId id="263" r:id="rId10"/>
    <p:sldId id="265" r:id="rId11"/>
    <p:sldId id="269" r:id="rId12"/>
    <p:sldId id="270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0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72B2FB-83C1-B07D-E111-46EE5597BD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00B7B1F-A9C8-4E7B-B3DC-885A0A4E41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8204B9-FD82-CA16-3CAE-AC1A9B3F9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EC91-84CA-47AE-8FDE-19D4C7F6AE2D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832A11-EF0C-5D5C-5A0E-916AC01C6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9DE34EE-B562-2467-1E07-9E99C83D2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5ACC-96DA-41ED-BC75-DE8F3D6E39D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8204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2809A7-B90F-3662-67EA-FCB612404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094715-AE52-EB73-332D-8DED64C2D6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5E1EDF0-3A4D-6DAF-802B-65697A989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EC91-84CA-47AE-8FDE-19D4C7F6AE2D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550806-80BA-1BE5-0005-00A171727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990195D-8654-72AD-6CAE-6B62A2AAB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5ACC-96DA-41ED-BC75-DE8F3D6E39D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6766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F1F5E8-23EE-027A-AF85-809910896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4DE8549-326F-0816-2084-FC77B3FCF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D0A1ACA-2701-782F-5864-378DA6024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EC91-84CA-47AE-8FDE-19D4C7F6AE2D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4112ED-C512-37DD-A6B5-29317E905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05265AB-EDDD-DCFA-BA6B-CD0D0D3C8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5ACC-96DA-41ED-BC75-DE8F3D6E39D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47335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1B1027-B30A-F51F-ADE3-2389E8990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F5BAE78-CCA6-2647-F75B-59F4A02881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266811A-1749-EF95-CE20-160D6AE1DC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69331D6-BB32-4C62-DBCF-D47BCE9FA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EC91-84CA-47AE-8FDE-19D4C7F6AE2D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9B97E75-ADD8-A5D5-D663-9E18EF70AA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B090D63-4E72-86FC-7738-0A81C4F68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5ACC-96DA-41ED-BC75-DE8F3D6E39D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1059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ED9FCE-16CC-BBFF-928D-F59EC2750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B53EA6F-8056-2551-0511-3F05666DF8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F07CB11-C50C-9E50-B9D5-7B70CFC55A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40EDB52-FBF3-0FDC-71C0-B095727FDA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4D39660-68CF-3C0D-FDB1-80ADB2FDC0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43951E0-0EE6-1851-3794-E73F1EE2E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EC91-84CA-47AE-8FDE-19D4C7F6AE2D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BADA702-DA47-C6AA-D63B-F40CE219E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D9DA05C-B5E6-F7F2-5D7B-EBF2440C5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5ACC-96DA-41ED-BC75-DE8F3D6E39D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46334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FF9B5B-8339-EDF3-7C94-1688F0EE3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47BB9C6-0962-2BF9-3FF1-71757DC15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EC91-84CA-47AE-8FDE-19D4C7F6AE2D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F4E0C12-4A82-A53D-3BB1-ED351F5B1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DB30CDF-64EE-1B31-D3E7-46369CE61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5ACC-96DA-41ED-BC75-DE8F3D6E39D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6892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3EAD969-FD76-7E88-692F-97A9D7210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EC91-84CA-47AE-8FDE-19D4C7F6AE2D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0AECAEC-2F53-3CD9-1A11-4C7E73A01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66E8464-5665-54D5-8C04-1E582B020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5ACC-96DA-41ED-BC75-DE8F3D6E39D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3404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2D7456-5E54-874B-4117-2DFD6A01F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2E7B44F-5797-CC75-5DCD-6D69E79429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9EA1703-4975-1399-A437-702A498528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E4C2973-3A55-16B6-18E9-F3E4F81E9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EC91-84CA-47AE-8FDE-19D4C7F6AE2D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098579F-6459-63FD-4B53-6C9CBDA2D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36CB492-F588-8812-8D85-E8E0AE7DA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5ACC-96DA-41ED-BC75-DE8F3D6E39D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7783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C15757-5C4E-8BD0-DBE9-ED27200AA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DA6B250-1C31-9C78-03FF-23F319CE8A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A29822F-2743-48FE-F3AD-33404414C3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D5E30E7-9753-40C8-9D1D-4A369257A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EC91-84CA-47AE-8FDE-19D4C7F6AE2D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3F521A2-353A-D051-8546-513143AEA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9D13462-A35B-8EFB-8288-D8F922A85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5ACC-96DA-41ED-BC75-DE8F3D6E39D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26229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50B737-8111-C671-50AD-05C2482DD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EAA3FCD-5A21-7CE4-3CE2-AA5E82255E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EFF51C-83BF-90A2-E19F-2F8EB484F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EC91-84CA-47AE-8FDE-19D4C7F6AE2D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BF31FC-37C8-A84F-C5F9-2E506F15C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597EAAC-9B53-B89C-D228-3B02A12BC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5ACC-96DA-41ED-BC75-DE8F3D6E39D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68596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D0363BC-AB0B-4DE4-F40C-16BE4A89D3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F8FCF7C-72DF-96DF-23F3-2A2E9E2AC7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C416FAB-971B-19FF-D08F-F3F42C93A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EC91-84CA-47AE-8FDE-19D4C7F6AE2D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0090D1-FDB7-068D-A466-CD580D8B9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7F0D68C-2256-4F5E-A073-DB337A6C6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5ACC-96DA-41ED-BC75-DE8F3D6E39D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5840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905BC34-A445-2FB7-AB99-22D421AA6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781A9D-8BFE-058C-DFCA-D55F061F30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E185C2-B107-3F34-0EFB-0EFECB1FCA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13EC91-84CA-47AE-8FDE-19D4C7F6AE2D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DE65B0-3BD5-AAA5-D3AA-8D83628919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0DDC1D-31E1-34DE-C213-0CDBAAE2E8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945ACC-96DA-41ED-BC75-DE8F3D6E39D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19581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560E4F-CCFE-0F4C-1B63-B45E5FC3E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Brand-Yr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A1CF515-387D-7669-F431-9CF23E9B1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462CCD18-AAAF-985F-7BB9-E9501960C9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8771"/>
            <a:ext cx="12192000" cy="5154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586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D7261E-1CBA-D3CF-CCC2-B6D695D6D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Margin-Yr</a:t>
            </a: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AFDD1752-7954-3E39-A1C3-30DFFCF63B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469" y="1825625"/>
            <a:ext cx="1029306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728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8CECB4-9595-6DEF-A4A2-817D9E96C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Brand-Mar</a:t>
            </a:r>
            <a:endParaRPr lang="zh-CN" altLang="en-US" dirty="0"/>
          </a:p>
        </p:txBody>
      </p:sp>
      <p:pic>
        <p:nvPicPr>
          <p:cNvPr id="7" name="内容占位符 6">
            <a:extLst>
              <a:ext uri="{FF2B5EF4-FFF2-40B4-BE49-F238E27FC236}">
                <a16:creationId xmlns:a16="http://schemas.microsoft.com/office/drawing/2014/main" id="{3C2BE670-FDE3-063E-28F4-C62AF0D137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770" y="1825625"/>
            <a:ext cx="1027646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234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DDE3D8F-F1CF-F73F-BB1D-ED63B145C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Brand-Sep</a:t>
            </a:r>
            <a:endParaRPr lang="zh-CN" altLang="en-US" dirty="0"/>
          </a:p>
        </p:txBody>
      </p:sp>
      <p:pic>
        <p:nvPicPr>
          <p:cNvPr id="11" name="内容占位符 10">
            <a:extLst>
              <a:ext uri="{FF2B5EF4-FFF2-40B4-BE49-F238E27FC236}">
                <a16:creationId xmlns:a16="http://schemas.microsoft.com/office/drawing/2014/main" id="{961A10B0-B1A7-C3B2-A0DB-78E77FC0FB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2576" y="1825625"/>
            <a:ext cx="856684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3708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6187EA-C110-410B-3B4D-C761A93E0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Station-Mar</a:t>
            </a:r>
            <a:endParaRPr lang="zh-CN" altLang="en-US" dirty="0"/>
          </a:p>
        </p:txBody>
      </p:sp>
      <p:pic>
        <p:nvPicPr>
          <p:cNvPr id="27" name="内容占位符 26">
            <a:extLst>
              <a:ext uri="{FF2B5EF4-FFF2-40B4-BE49-F238E27FC236}">
                <a16:creationId xmlns:a16="http://schemas.microsoft.com/office/drawing/2014/main" id="{1AB7B356-AEB6-B8FC-1901-562A02CECC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03" y="1825625"/>
            <a:ext cx="1028139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0234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0F660A-AB48-3B04-C6D7-C173B5A55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Station-Sep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8AC111C-7490-319C-2EDD-54070469F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EC62F1E9-47C4-C0D2-57E3-0B21684E04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26639"/>
            <a:ext cx="12192000" cy="5159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0887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7">
            <a:extLst>
              <a:ext uri="{FF2B5EF4-FFF2-40B4-BE49-F238E27FC236}">
                <a16:creationId xmlns:a16="http://schemas.microsoft.com/office/drawing/2014/main" id="{8761DDFE-071F-4200-B0AA-394476C2D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25DFE5A2-F7A3-86BF-46EC-6A9D5F5F9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547815"/>
            <a:ext cx="5167185" cy="1680519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TGP</a:t>
            </a:r>
            <a:endParaRPr lang="zh-CN" altLang="en-US" sz="40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8BCDBEB-998B-6EE0-87A3-F13560C76E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86619" y="547815"/>
            <a:ext cx="5178960" cy="1680519"/>
          </a:xfrm>
        </p:spPr>
        <p:txBody>
          <a:bodyPr anchor="ctr">
            <a:normAutofit/>
          </a:bodyPr>
          <a:lstStyle/>
          <a:p>
            <a:endParaRPr lang="zh-CN" altLang="en-US" sz="2000"/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055853E9-ED39-4959-9664-8D388E9496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8" y="3218224"/>
            <a:ext cx="5167185" cy="2118546"/>
          </a:xfrm>
          <a:prstGeom prst="rect">
            <a:avLst/>
          </a:prstGeom>
        </p:spPr>
      </p:pic>
      <p:pic>
        <p:nvPicPr>
          <p:cNvPr id="23" name="内容占位符 22">
            <a:extLst>
              <a:ext uri="{FF2B5EF4-FFF2-40B4-BE49-F238E27FC236}">
                <a16:creationId xmlns:a16="http://schemas.microsoft.com/office/drawing/2014/main" id="{DC7E4D90-9F96-31CA-0EB0-DE36C6BCA2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8394" y="3218224"/>
            <a:ext cx="5167185" cy="2118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519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C1B3B5-60AF-A289-BE45-0B52FC3E1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Margin-Mar</a:t>
            </a:r>
            <a:endParaRPr lang="zh-CN" altLang="en-US" dirty="0"/>
          </a:p>
        </p:txBody>
      </p:sp>
      <p:pic>
        <p:nvPicPr>
          <p:cNvPr id="19" name="内容占位符 18">
            <a:extLst>
              <a:ext uri="{FF2B5EF4-FFF2-40B4-BE49-F238E27FC236}">
                <a16:creationId xmlns:a16="http://schemas.microsoft.com/office/drawing/2014/main" id="{94D2ADE0-88B4-0A52-81FE-3A4ED4663E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03" y="1825625"/>
            <a:ext cx="1028139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0171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EE7493-AB23-AB9C-B77A-E28590889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Margin-Sep</a:t>
            </a:r>
            <a:endParaRPr lang="zh-CN" altLang="en-US" dirty="0"/>
          </a:p>
        </p:txBody>
      </p:sp>
      <p:pic>
        <p:nvPicPr>
          <p:cNvPr id="17" name="内容占位符 16">
            <a:extLst>
              <a:ext uri="{FF2B5EF4-FFF2-40B4-BE49-F238E27FC236}">
                <a16:creationId xmlns:a16="http://schemas.microsoft.com/office/drawing/2014/main" id="{33F47E61-99BB-D8E3-B694-E9D52C28DD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596" y="1825625"/>
            <a:ext cx="837280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0871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0622A9-6C51-CD1A-7DDB-97355084E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Cycle Frequency</a:t>
            </a:r>
            <a:endParaRPr lang="zh-CN" altLang="en-US" dirty="0"/>
          </a:p>
        </p:txBody>
      </p:sp>
      <p:pic>
        <p:nvPicPr>
          <p:cNvPr id="13" name="内容占位符 12">
            <a:extLst>
              <a:ext uri="{FF2B5EF4-FFF2-40B4-BE49-F238E27FC236}">
                <a16:creationId xmlns:a16="http://schemas.microsoft.com/office/drawing/2014/main" id="{AB1576C8-08CA-7F24-C014-8180466E44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938" y="1825625"/>
            <a:ext cx="1028812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8244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82D099-B802-A3FB-CA1D-F40092CCC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Station Cycle Proportion</a:t>
            </a: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3CD66E28-BD82-16ED-DA55-8A65ECA479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759" y="1825625"/>
            <a:ext cx="1031648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4770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1D9AB1-E782-E84D-7355-18C967C89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Transition Probability</a:t>
            </a:r>
            <a:endParaRPr lang="zh-CN" altLang="en-US" dirty="0"/>
          </a:p>
        </p:txBody>
      </p:sp>
      <p:pic>
        <p:nvPicPr>
          <p:cNvPr id="9" name="内容占位符 8">
            <a:extLst>
              <a:ext uri="{FF2B5EF4-FFF2-40B4-BE49-F238E27FC236}">
                <a16:creationId xmlns:a16="http://schemas.microsoft.com/office/drawing/2014/main" id="{BAA3F72F-7690-0AB9-5075-694EA32533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33167" y="1690688"/>
            <a:ext cx="9725666" cy="3994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9258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5921</TotalTime>
  <Words>16</Words>
  <Application>Microsoft Office PowerPoint</Application>
  <PresentationFormat>宽屏</PresentationFormat>
  <Paragraphs>12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等线</vt:lpstr>
      <vt:lpstr>等线 Light</vt:lpstr>
      <vt:lpstr>Arial</vt:lpstr>
      <vt:lpstr>Office 主题​​</vt:lpstr>
      <vt:lpstr>Brand-Yr</vt:lpstr>
      <vt:lpstr>Margin-Yr</vt:lpstr>
      <vt:lpstr>Brand-Mar</vt:lpstr>
      <vt:lpstr>Brand-Sep</vt:lpstr>
      <vt:lpstr>Station-Mar</vt:lpstr>
      <vt:lpstr>Station-Sep</vt:lpstr>
      <vt:lpstr>TGP</vt:lpstr>
      <vt:lpstr>Margin-Mar</vt:lpstr>
      <vt:lpstr>Margin-Sep</vt:lpstr>
      <vt:lpstr>Cycle Frequency</vt:lpstr>
      <vt:lpstr>Station Cycle Proportion</vt:lpstr>
      <vt:lpstr>Transition Probability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Rubin Wang</dc:creator>
  <cp:lastModifiedBy>Rubin Wang</cp:lastModifiedBy>
  <cp:revision>1</cp:revision>
  <dcterms:created xsi:type="dcterms:W3CDTF">2026-06-15T14:20:59Z</dcterms:created>
  <dcterms:modified xsi:type="dcterms:W3CDTF">2026-06-19T17:02:54Z</dcterms:modified>
</cp:coreProperties>
</file>