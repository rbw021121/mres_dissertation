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68" r:id="rId4"/>
    <p:sldId id="266" r:id="rId5"/>
    <p:sldId id="258" r:id="rId6"/>
    <p:sldId id="259" r:id="rId7"/>
    <p:sldId id="261" r:id="rId8"/>
    <p:sldId id="262" r:id="rId9"/>
    <p:sldId id="263" r:id="rId10"/>
    <p:sldId id="265" r:id="rId11"/>
    <p:sldId id="269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2B2FB-83C1-B07D-E111-46EE5597B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0B7B1F-A9C8-4E7B-B3DC-885A0A4E4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204B9-FD82-CA16-3CAE-AC1A9B3F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32A11-EF0C-5D5C-5A0E-916AC01C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E34EE-B562-2467-1E07-9E99C83D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20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809A7-B90F-3662-67EA-FCB61240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94715-AE52-EB73-332D-8DED64C2D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E1EDF0-3A4D-6DAF-802B-65697A98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50806-80BA-1BE5-0005-00A17172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0195D-8654-72AD-6CAE-6B62A2AA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76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1F5E8-23EE-027A-AF85-80991089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DE8549-326F-0816-2084-FC77B3FCF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A1ACA-2701-782F-5864-378DA602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4112ED-C512-37DD-A6B5-29317E90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265AB-EDDD-DCFA-BA6B-CD0D0D3C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73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B1027-B30A-F51F-ADE3-2389E899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5BAE78-CCA6-2647-F75B-59F4A0288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66811A-1749-EF95-CE20-160D6AE1D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9331D6-BB32-4C62-DBCF-D47BCE9F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B97E75-ADD8-A5D5-D663-9E18EF70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090D63-4E72-86FC-7738-0A81C4F6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5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D9FCE-16CC-BBFF-928D-F59EC275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53EA6F-8056-2551-0511-3F05666DF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07CB11-C50C-9E50-B9D5-7B70CFC55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0EDB52-FBF3-0FDC-71C0-B095727FD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39660-68CF-3C0D-FDB1-80ADB2FDC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3951E0-0EE6-1851-3794-E73F1EE2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ADA702-DA47-C6AA-D63B-F40CE219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9DA05C-B5E6-F7F2-5D7B-EBF2440C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633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F9B5B-8339-EDF3-7C94-1688F0EE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7BB9C6-0962-2BF9-3FF1-71757DC1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4E0C12-4A82-A53D-3BB1-ED351F5B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B30CDF-64EE-1B31-D3E7-46369CE61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89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EAD969-FD76-7E88-692F-97A9D7210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AECAEC-2F53-3CD9-1A11-4C7E73A0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6E8464-5665-54D5-8C04-1E582B02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0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D7456-5E54-874B-4117-2DFD6A01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E7B44F-5797-CC75-5DCD-6D69E7942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EA1703-4975-1399-A437-702A49852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4C2973-3A55-16B6-18E9-F3E4F81E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98579F-6459-63FD-4B53-6C9CBDA2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CB492-F588-8812-8D85-E8E0AE7D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15757-5C4E-8BD0-DBE9-ED27200A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A6B250-1C31-9C78-03FF-23F319CE8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29822F-2743-48FE-F3AD-33404414C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5E30E7-9753-40C8-9D1D-4A369257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F521A2-353A-D051-8546-513143AE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D13462-A35B-8EFB-8288-D8F922A8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2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0B737-8111-C671-50AD-05C2482D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AA3FCD-5A21-7CE4-3CE2-AA5E82255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FF51C-83BF-90A2-E19F-2F8EB484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F31FC-37C8-A84F-C5F9-2E506F15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97EAAC-9B53-B89C-D228-3B02A12BC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85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0363BC-AB0B-4DE4-F40C-16BE4A89D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FCF7C-72DF-96DF-23F3-2A2E9E2AC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16FAB-971B-19FF-D08F-F3F42C93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0090D1-FDB7-068D-A466-CD580D8B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0D68C-2256-4F5E-A073-DB337A6C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84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05BC34-A445-2FB7-AB99-22D421AA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81A9D-8BFE-058C-DFCA-D55F061F3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185C2-B107-3F34-0EFB-0EFECB1FC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3EC91-84CA-47AE-8FDE-19D4C7F6AE2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E65B0-3BD5-AAA5-D3AA-8D8362891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DDC1D-31E1-34DE-C213-0CDBAAE2E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45ACC-96DA-41ED-BC75-DE8F3D6E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58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60E4F-CCFE-0F4C-1B63-B45E5FC3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Brand-Yr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CF515-387D-7669-F431-9CF23E9B1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2CCD18-AAAF-985F-7BB9-E9501960C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8771"/>
            <a:ext cx="12192000" cy="515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7261E-1CBA-D3CF-CCC2-B6D695D6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Margin-Yr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FDD1752-7954-3E39-A1C3-30DFFCF63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69" y="1825625"/>
            <a:ext cx="102930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2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CECB4-9595-6DEF-A4A2-817D9E96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Brand-Mar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C2BE670-FDE3-063E-28F4-C62AF0D13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70" y="1825625"/>
            <a:ext cx="102764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3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E3D8F-F1CF-F73F-BB1D-ED63B145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Brand-Sep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961A10B0-B1A7-C3B2-A0DB-78E77FC0F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76" y="1825625"/>
            <a:ext cx="85668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70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187EA-C110-410B-3B4D-C761A93E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Station-Mar</a:t>
            </a:r>
            <a:endParaRPr lang="zh-CN" altLang="en-US" dirty="0"/>
          </a:p>
        </p:txBody>
      </p:sp>
      <p:pic>
        <p:nvPicPr>
          <p:cNvPr id="27" name="内容占位符 26">
            <a:extLst>
              <a:ext uri="{FF2B5EF4-FFF2-40B4-BE49-F238E27FC236}">
                <a16:creationId xmlns:a16="http://schemas.microsoft.com/office/drawing/2014/main" id="{1AB7B356-AEB6-B8FC-1901-562A02CEC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03" y="1825625"/>
            <a:ext cx="102813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2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F660A-AB48-3B04-C6D7-C173B5A5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Station-Sep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C111C-7490-319C-2EDD-54070469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C62F1E9-47C4-C0D2-57E3-0B21684E0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639"/>
            <a:ext cx="12192000" cy="515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8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5DFE5A2-F7A3-86BF-46EC-6A9D5F5F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TGP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BCDBEB-998B-6EE0-87A3-F13560C7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endParaRPr lang="zh-CN" altLang="en-US" sz="200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55853E9-ED39-4959-9664-8D388E94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3218224"/>
            <a:ext cx="5167185" cy="2118546"/>
          </a:xfrm>
          <a:prstGeom prst="rect">
            <a:avLst/>
          </a:prstGeom>
        </p:spPr>
      </p:pic>
      <p:pic>
        <p:nvPicPr>
          <p:cNvPr id="23" name="内容占位符 22">
            <a:extLst>
              <a:ext uri="{FF2B5EF4-FFF2-40B4-BE49-F238E27FC236}">
                <a16:creationId xmlns:a16="http://schemas.microsoft.com/office/drawing/2014/main" id="{DC7E4D90-9F96-31CA-0EB0-DE36C6BCA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94" y="3218224"/>
            <a:ext cx="5167185" cy="211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1B3B5-60AF-A289-BE45-0B52FC3E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Margin-Mar</a:t>
            </a:r>
            <a:endParaRPr lang="zh-CN" altLang="en-US" dirty="0"/>
          </a:p>
        </p:txBody>
      </p:sp>
      <p:pic>
        <p:nvPicPr>
          <p:cNvPr id="19" name="内容占位符 18">
            <a:extLst>
              <a:ext uri="{FF2B5EF4-FFF2-40B4-BE49-F238E27FC236}">
                <a16:creationId xmlns:a16="http://schemas.microsoft.com/office/drawing/2014/main" id="{94D2ADE0-88B4-0A52-81FE-3A4ED4663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03" y="1825625"/>
            <a:ext cx="102813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1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E7493-AB23-AB9C-B77A-E285908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Margin-Sep</a:t>
            </a:r>
            <a:endParaRPr lang="zh-CN" altLang="en-US" dirty="0"/>
          </a:p>
        </p:txBody>
      </p:sp>
      <p:pic>
        <p:nvPicPr>
          <p:cNvPr id="17" name="内容占位符 16">
            <a:extLst>
              <a:ext uri="{FF2B5EF4-FFF2-40B4-BE49-F238E27FC236}">
                <a16:creationId xmlns:a16="http://schemas.microsoft.com/office/drawing/2014/main" id="{33F47E61-99BB-D8E3-B694-E9D52C28D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596" y="1825625"/>
            <a:ext cx="83728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8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622A9-6C51-CD1A-7DDB-97355084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Cycle Frequency</a:t>
            </a:r>
            <a:endParaRPr lang="zh-CN" altLang="en-US" dirty="0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AB1576C8-08CA-7F24-C014-8180466E4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38" y="1825625"/>
            <a:ext cx="102881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2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2D099-B802-A3FB-CA1D-F40092CC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Station Cycle Proportion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CD66E28-BD82-16ED-DA55-8A65ECA47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59" y="1825625"/>
            <a:ext cx="103164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7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D9AB1-E782-E84D-7355-18C967C8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Transition Probability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BAA3F72F-7690-0AB9-5075-694EA3253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167" y="1690688"/>
            <a:ext cx="9725666" cy="399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2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5947</TotalTime>
  <Words>16</Words>
  <Application>Microsoft Office PowerPoint</Application>
  <PresentationFormat>宽屏</PresentationFormat>
  <Paragraphs>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Brand-Yr</vt:lpstr>
      <vt:lpstr>Margin-Yr</vt:lpstr>
      <vt:lpstr>Brand-Mar</vt:lpstr>
      <vt:lpstr>Brand-Sep</vt:lpstr>
      <vt:lpstr>Station-Mar</vt:lpstr>
      <vt:lpstr>Station-Sep</vt:lpstr>
      <vt:lpstr>TGP</vt:lpstr>
      <vt:lpstr>Margin-Mar</vt:lpstr>
      <vt:lpstr>Margin-Sep</vt:lpstr>
      <vt:lpstr>Cycle Frequency</vt:lpstr>
      <vt:lpstr>Station Cycle Proportion</vt:lpstr>
      <vt:lpstr>Transition Probability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Rubin Wang</dc:creator>
  <cp:lastModifiedBy>Rubin Wang</cp:lastModifiedBy>
  <cp:revision>1</cp:revision>
  <dcterms:created xsi:type="dcterms:W3CDTF">2026-06-15T14:20:59Z</dcterms:created>
  <dcterms:modified xsi:type="dcterms:W3CDTF">2026-06-25T00:06:35Z</dcterms:modified>
</cp:coreProperties>
</file>